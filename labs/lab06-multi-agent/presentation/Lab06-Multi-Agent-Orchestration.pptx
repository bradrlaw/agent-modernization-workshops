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Lab 06 of the Agent Modernization Workshops. Goal: show how to compose multiple Foundry agents using the CURRENT Microsoft Agent Framework orchestration patterns — both agent-to-agent and agent-to-skills — and prove them running live. Everything here is source-verified against the Agent Framework repo and validated end-to-end against a live Foundry gpt-4o deployment (the .NET path).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 Keep it tight: ~8 min concepts, ~15 min live demo, ~5 min currency + wrap. The demo is the heart of it — the concepts exist to frame what they'll see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'why.' Everyone starts with one agent + tools (that's Lab 03). It works—until it doesn't. As scope grows, one prompt can't hold every policy and every tool cleanly. Accuracy drops and the thing becomes unmaintainable.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patterns as a ladder — climb only as high as the problem needs. Most production value sits in the middle (sequential/concurrent/handoff). Magentic is powerful but non-deterministic — reserve it for genuinely open-ended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(from the Azure Architecture Center agent design patterns) cover essentially every orchestration need. Give the one-line 'when to use' for each—don't over-explain; they'll SEE them run in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distinction people conflate. Orchestration isn't only agent-to-agent. An agent also reaches DOWN to skills/tools/knowledge. This lab shows BOTH — that's what makes the coverage complete.</a:t>
            </a:r>
          </a:p>
          <a:p/>
          <a:p>
            <a:r>
              <a:t>DEMO TO RUN — Agent→Skills (off vs on). dotnet run --no-build -- --pattern sequential --skills off ; then --skills on. Point at the ComplianceAgent output: last-4 only, 'not a commitment to lend', 'subject to change', and 'no tax/legal advice' appear ONLY with skills ON — driven entirely by compliance-guidelines/SKILL.md, with no code change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cast for every demo. One concierge (triage/coordinator) plus four specialists, each with a focused prompt and a SUBSET of the Lab 03 banking tools. Same team is dropped into all five patterns — only the orchestration changes. Synthetic data: customers CUST-1001..1003.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punchline of the code: the agents are constant; the BUILDER is the pattern. Python and .NET are full twins (like Lab 03). It's the successor to Semantic Kernel + AutoGen, and the migration target as older Foundry orchestration retires (we'll get to dates).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best opener—it's interactive and visibly 'routes.' Run the .NET console with --pattern handoff. Type: “What's my available balance?” You'll see the Concierge call handoff_to_1 and the Accounts agent take over and call GetAccountBalance. Then try “What auto-loan rates do you have?” to show a second handoff. Type quit to exit.</a:t>
            </a:r>
          </a:p>
          <a:p/>
          <a:p>
            <a:r>
              <a:t>DEMO TO RUN — Handoff (interactive). Preflight: az login; $env:FOUNDRY_PROJECT_ENDPOINT / FOUNDRY_MODEL; $env:DOTNET_ROLL_FORWARD='LatestMajor'. cd labs/lab06-multi-agent/src-dotnet. Ask 'What's my available balance?' then 'What auto loan rates do you have?' then 'quit'.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quick, non-interactive runs—they complete on their own. Sequential shows an ordered pipeline with state flowing through. Concurrent shows the SAME agents fanned out in parallel for latency. Point at the tool-call lines scrolling by—those are real calls to your Foundry model.</a:t>
            </a:r>
          </a:p>
          <a:p/>
          <a:p>
            <a:r>
              <a:t>DEMO TO RUN — Sequential then Concurrent (both non-interactive, ~20–40s each). dotnet run --project BankingConcierge -- --pattern sequential ; then --pattern concurrent. Point at GetLoanRates / CalculateLoanPayment / ListAccounts tool-call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strong. Group Chat shows managed turn-taking. Magentic is the wow moment: give it an open-ended goal ('buy a $30k car') and it plans, delegates to Accounts then Lending (calling tools for multiple down-payment scenarios), and adapts across rounds until the goal is met. Note: non-deterministic—each run differs, that's the point.</a:t>
            </a:r>
          </a:p>
          <a:p/>
          <a:p>
            <a:r>
              <a:t>DEMO TO RUN — Group Chat then Magentic. dotnet run --project BankingConcierge -- --pattern groupchat ; then --pattern magentic (task: buy a $30k car). Magentic takes longer — narrate the plan/progress ledger lines as they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currency message: several older orchestration surfaces are retiring. The through-line is that the Microsoft Agent Framework is the go-forward, code-first target—which is exactly what this lab teaches. The full table with source links is in the lab README's deprecation section. Dates are from primary Microsoft Learn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question the lab poses. Coverage is complete for today's Foundry orchestration surface. The one thing we intentionally deferred is deep observability/tracing—that's Lab 07. Close with the repo + your contact and hand back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2000" cy="73152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B7C3"/>
                </a:solidFill>
                <a:latin typeface="Segoe UI"/>
              </a:rPr>
              <a:t>AGENT MODERNIZATION WORKSHOPS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Multi-Agent Orchestration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BFD7F0"/>
                </a:solidFill>
                <a:latin typeface="Segoe UI"/>
              </a:rPr>
              <a:t>Current Foundry patterns with the Microsoft 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Agent → Agent  and  Agent → Skills   ·   5 canonical patterns   ·   Python + .NET, live on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7C3"/>
                </a:solidFill>
                <a:latin typeface="Segoe UI"/>
              </a:rPr>
              <a:t>Brad Lawrence  ·  Brad.Lawrence@microsoft.com  ·  Microsoft ISD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 we'll cover (≈30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332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Why multi-agent — where a single agent hits its ceiling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The orchestration complexity ladder + the 5 canonical patterns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Two axes: Agent → Agent  vs  Agent → Skills / Tools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Live demo — one banking team, five patterns (Python + .NET)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What's current &amp; what's retiring (dates you need to know)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“Is anything missing?” coverage check + where to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One agent eventually hits a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A single do-everything agent degrades as you add scope: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Context bloat — every tool, policy, and example shares one prompt window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Tool sprawl — 20+ tools make selection slower and less accurate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Conflicting instructions — lending rules vs. fraud rules vs. brand voice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No separation of concerns — one change risks the whole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Multi-agent = a team of specialists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Each agent owns one domain, a focused prompt, a small tool set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 coordinator routes / plans / synthesizes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Swap the orchestration pattern without touching the agents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Same idea as microservices for LLM apps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Independent, testable, composable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orchestration complexity ladder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Single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agent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95144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33472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Agent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+ tools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25696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64024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Sequential /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Concurrent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56248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94576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Group Chat /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Handoff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25128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Magentic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(adaptive)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05E5C"/>
                </a:solidFill>
                <a:latin typeface="Segoe UI"/>
              </a:rPr>
              <a:t>Determinism ↓   ·   Flexibility ↑   — pick the lowest rung that solves 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10332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Left = predictable, cheap, easy to test.  Right = flexible, adaptive, harder to bound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Lab 03 lived on rungs 1–2.  Lab 06 is about rungs 3–5.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5 canonical orchestration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Sequential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Fixed pipeline; each agent's output feeds the next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Loan app: Accounts → Lending → Compliance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Concurrent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Fan-out in parallel, then aggregate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Financial health check across specialists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Group Chat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 manager picks who speaks next; collaborate/debate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Dispute round-table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Handoff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Triage agent transfers the whole conversation to one specialist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Concierge → the right desk  (the default / triage pattern)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Magentic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Manager plans, delegates, tracks a ledger, re-plans on stalls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Open-ended goal: “help me buy a car”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Same agents, different builder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Only the orchestration wrapper changes per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Two axes of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Agent → Agent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Delegating a task or conversation to another autonomous agent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The 5 patterns above; A2A protocol for cross-platform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“Who should handle this?”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Agent → Skills / Tools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Reaching down to capabilities: functions, MCP toolboxes, knowledge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MCP tools are GA in Foundry; Skills in preview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“What can I use to do it?”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Lab 06 demonstrates both axes — live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Specialists call banking tools; SKILL.md rules load at runtime (--skills on/off)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61888"/>
            <a:ext cx="10332720" cy="530352"/>
          </a:xfrm>
          <a:prstGeom prst="roundRect">
            <a:avLst/>
          </a:prstGeom>
          <a:solidFill>
            <a:srgbClr val="E3F3F6"/>
          </a:solidFill>
          <a:ln w="15875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961888"/>
            <a:ext cx="1417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7C3"/>
                </a:solidFill>
                <a:latin typeface="Segoe UI"/>
              </a:rPr>
              <a:t>▶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961888"/>
            <a:ext cx="8595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3A5E"/>
                </a:solidFill>
                <a:latin typeface="Segoe UI"/>
              </a:rPr>
              <a:t>--pattern sequential --skills off   then   --skills on   →  compliance behavior changes from SKILL.md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DEMO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Meet the banking specialist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Concierge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(triage)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95144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33472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Accounts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balances / txns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25696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64024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Lending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rates / payments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56248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94576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Cards &amp; Fraud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disputes / FAQ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2162556"/>
            <a:ext cx="374904" cy="109728"/>
          </a:xfrm>
          <a:prstGeom prst="rightArrow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25128" y="1783080"/>
            <a:ext cx="18105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43A5E"/>
                </a:solidFill>
                <a:latin typeface="Segoe UI"/>
              </a:rPr>
              <a:t>Compliance</a:t>
            </a:r>
          </a:p>
          <a:p>
            <a:pPr algn="ctr"/>
            <a:r>
              <a:rPr sz="1000" b="0" i="0">
                <a:solidFill>
                  <a:srgbClr val="605E5C"/>
                </a:solidFill>
                <a:latin typeface="Segoe UI"/>
              </a:rPr>
              <a:t>disclosures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05E5C"/>
                </a:solidFill>
                <a:latin typeface="Segoe UI"/>
              </a:rPr>
              <a:t>One team · five specialists · reused across every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10332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Each specialist owns a domain + a small tool set; the concierge routes/plans/synthesizes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Reuses the Lab 03 tools and synthetic banking data — self-contained, no customer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Demo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Microsoft Agent Framework — one builder per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Foundry-backed agents, composed into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Python:  SequentialBuilder / ConcurrentBuilder / GroupChatBuilder /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1F1E"/>
                </a:solidFill>
                <a:latin typeface="Segoe UI"/>
              </a:rPr>
              <a:t>·  HandoffBuilder / MagenticBuilder  →  .build()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.NET:  AgentWorkflowBuilder.BuildSequential / BuildConcurrent /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1F1E"/>
                </a:solidFill>
                <a:latin typeface="Segoe UI"/>
              </a:rPr>
              <a:t>·  CreateHandoffBuilderWith / CreateGroupChatBuilderWith / MagenticWorkflowBuilder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Same specialist agents → swap only the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Full parity, both stacks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Python:  agent-framework (+ -foundry, -orchestrations)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.NET:  Microsoft.Agents.AI(.Workflows/.Foundry)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Runs on your existing Foundry project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Same endpoint + model deployment as Lab 03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az login  —  FOUNDRY_PROJECT_ENDPOINT / FOUNDRY_MODEL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468880"/>
            <a:ext cx="109728" cy="1554480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00B7C3"/>
                </a:solidFill>
                <a:latin typeface="Segoe UI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The five patterns,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FD7F0"/>
                </a:solidFill>
                <a:latin typeface="Segoe UI"/>
              </a:rPr>
              <a:t>One banking team · five orchestrations · real tool calls on Foundry gpt-4o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DEMO ·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Handoff — the default / triage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332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Pre-flight (once):  az login  ·  set FOUNDRY_PROJECT_ENDPOINT / FOUNDRY_MODEL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Windows: also set DOTNET_ROLL_FORWARD=LatestMajor (net8 app on newer runtime)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Watch for: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Concierge triages, then calls handoff_to_&lt;specialist&gt; — control transfers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The specialist answers using its own tool (e.g. GetAccountBalance)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Ask a second, different question → it hands off to a different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Demo · 1 of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61888"/>
            <a:ext cx="10332720" cy="530352"/>
          </a:xfrm>
          <a:prstGeom prst="roundRect">
            <a:avLst/>
          </a:prstGeom>
          <a:solidFill>
            <a:srgbClr val="E3F3F6"/>
          </a:solidFill>
          <a:ln w="15875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961888"/>
            <a:ext cx="1417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7C3"/>
                </a:solidFill>
                <a:latin typeface="Segoe UI"/>
              </a:rPr>
              <a:t>▶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61888"/>
            <a:ext cx="8595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3A5E"/>
                </a:solidFill>
                <a:latin typeface="Segoe UI"/>
              </a:rPr>
              <a:t>dotnet run --project BankingConcierge -- --pattern handoff   →  ask: “What's my available balance?”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DEMO · 2–3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Sequential  &amp;  Concurrent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Sequential — loan pipeline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Accounts → Lending → Compliance, in order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Watch: GetLoanRates + CalculateLoanPayment fire, Compliance appends disclosures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Concurrent — financial health check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All three specialists run in parallel, then results fan back 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Watch: interleaved agent tags; Accounts pulls list/txns/profile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Point out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Same 3 specialists, different builder → different topology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Sequential = determinism; Concurrent = speed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No code change to the agents themselves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Both validated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Demo · 2–3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61888"/>
            <a:ext cx="10332720" cy="530352"/>
          </a:xfrm>
          <a:prstGeom prst="roundRect">
            <a:avLst/>
          </a:prstGeom>
          <a:solidFill>
            <a:srgbClr val="E3F3F6"/>
          </a:solidFill>
          <a:ln w="15875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961888"/>
            <a:ext cx="1417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7C3"/>
                </a:solidFill>
                <a:latin typeface="Segoe UI"/>
              </a:rPr>
              <a:t>▶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961888"/>
            <a:ext cx="8595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3A5E"/>
                </a:solidFill>
                <a:latin typeface="Segoe UI"/>
              </a:rPr>
              <a:t>--pattern sequential    then    --pattern concurrent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DEMO · 4–5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Group Chat  &amp;  Magentic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Group Chat — dispute round-table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Round-robin manager: Cards → Accounts → Compliance take turns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Bounded by a max-iteration termination condition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Magentic — adaptive planner (the showstopper)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Manager builds a PLAN, delegates, tracks a progress ledger, re-plans on stalls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Watch the [Magentic plan] and [Magentic progress] lines drive 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Point out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Group Chat = collaboration/debate; Magentic = autonomous planning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Magentic re-plans when it stalls — bounded by max rounds/stalls/resets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This is the top of the ladder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Powerful, but reserve for genuinely open-ended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Demo · 4–5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61888"/>
            <a:ext cx="10332720" cy="530352"/>
          </a:xfrm>
          <a:prstGeom prst="roundRect">
            <a:avLst/>
          </a:prstGeom>
          <a:solidFill>
            <a:srgbClr val="E3F3F6"/>
          </a:solidFill>
          <a:ln w="15875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961888"/>
            <a:ext cx="1417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7C3"/>
                </a:solidFill>
                <a:latin typeface="Segoe UI"/>
              </a:rPr>
              <a:t>▶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961888"/>
            <a:ext cx="8595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3A5E"/>
                </a:solidFill>
                <a:latin typeface="Segoe UI"/>
              </a:rPr>
              <a:t>--pattern groupchat    then    --pattern magentic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What's current — and what's retiring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Retirement timeline (mark your calendar):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A4262A"/>
                </a:solidFill>
                <a:latin typeface="Segoe UI"/>
              </a:rPr>
              <a:t>✗  Azure OpenAI Assistants API  —  retires Aug 26, 2026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A4262A"/>
                </a:solidFill>
                <a:latin typeface="Segoe UI"/>
              </a:rPr>
              <a:t>✗  Foundry Multi-Agent Workflows (visual/YAML designer)  —  Dec 1, 2026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A4262A"/>
                </a:solidFill>
                <a:latin typeface="Segoe UI"/>
              </a:rPr>
              <a:t>✗  Agent Service classic incl. Connected Agents  —  Mar 31, 2027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A4262A"/>
                </a:solidFill>
                <a:latin typeface="Segoe UI"/>
              </a:rPr>
              <a:t>✗  Prompt Flow  —  Apr 20,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The go-forward target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Microsoft Agent Framework (this lab)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Successor to Semantic Kernel + AutoGen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07C10"/>
                </a:solidFill>
                <a:latin typeface="Segoe UI"/>
              </a:rPr>
              <a:t>✓  Still current / GA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MCP tools GA in Foundry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A2A protocol for cross-platform agents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Full table + sources in the README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7C3"/>
                </a:solidFill>
                <a:latin typeface="Segoe UI"/>
              </a:rPr>
              <a:t>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“Is anything missing?” — and where to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Orchestration coverage in this lab: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07C10"/>
                </a:solidFill>
                <a:latin typeface="Segoe UI"/>
              </a:rPr>
              <a:t>✓  All 5 canonical patterns (sequential/concurrent/group chat/handoff/magentic)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07C10"/>
                </a:solidFill>
                <a:latin typeface="Segoe UI"/>
              </a:rPr>
              <a:t>✓  Agent → Skills: runtime SKILL.md (--skills on/off) + MCP toolbox; Tools via MCP servers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07C10"/>
                </a:solidFill>
                <a:latin typeface="Segoe UI"/>
              </a:rPr>
              <a:t>✓  Declarative Foundry Workflows (with retirement caveat)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07C10"/>
                </a:solidFill>
                <a:latin typeface="Segoe UI"/>
              </a:rPr>
              <a:t>✓  Cross-platform A2A, shared memory/state, human-in-the-loop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07C10"/>
                </a:solidFill>
                <a:latin typeface="Segoe UI"/>
              </a:rPr>
              <a:t>✓  Nothing material missing for current Foundry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2120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Deferred by design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Deep observability &amp; tracing → Lab 07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Take-aways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Agents constant, builder = pattern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Climb the ladder only as far as needed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Code-first Agent Framework is the go-forward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800" b="1" i="0">
                <a:solidFill>
                  <a:srgbClr val="243A5E"/>
                </a:solidFill>
                <a:latin typeface="Segoe UI"/>
              </a:rPr>
              <a:t>■  github.com/bradrlaw/agent-modernization-workshops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01F1E"/>
                </a:solidFill>
                <a:latin typeface="Segoe UI"/>
              </a:rPr>
              <a:t>–  Brad.Lawrence@microsoft.com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11112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05E5C"/>
                </a:solidFill>
                <a:latin typeface="Segoe UI"/>
              </a:rPr>
              <a:t>Agent Modernization Workshops — Lab 06: Multi-Agent Orchestration   |   Wrap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3280" y="6611112"/>
            <a:ext cx="731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5E5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